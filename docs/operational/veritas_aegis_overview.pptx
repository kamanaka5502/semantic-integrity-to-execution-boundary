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Veritas Aegis Operational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Workflow, Boundary Gates, Invariants, and Execution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SDC Payload → Boundary Gate → Veritas Judgment → State Mutation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